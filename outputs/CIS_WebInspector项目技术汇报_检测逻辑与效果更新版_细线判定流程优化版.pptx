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e5c4186ea4f66" /><Relationship Type="http://schemas.openxmlformats.org/officeDocument/2006/relationships/extended-properties" Target="/docProps/app.xml" Id="R2c64fc37e64b4886" /><Relationship Type="http://schemas.openxmlformats.org/officeDocument/2006/relationships/officeDocument" Target="/ppt/presentation.xml" Id="R45d85afd6838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eee101d8894cdc"/>
  </p:sldMasterIdLst>
  <p:notesMasterIdLst>
    <p:notesMasterId xmlns:r="http://schemas.openxmlformats.org/officeDocument/2006/relationships" r:id="Rd99a0d839e9c4e0b"/>
  </p:notesMasterIdLst>
  <p:sldIdLst>
    <p:sldId xmlns:r="http://schemas.openxmlformats.org/officeDocument/2006/relationships" id="256" r:id="Re7e0e236e36848b7"/>
    <p:sldId xmlns:r="http://schemas.openxmlformats.org/officeDocument/2006/relationships" id="257" r:id="R61c12cdefbb44a77"/>
    <p:sldId xmlns:r="http://schemas.openxmlformats.org/officeDocument/2006/relationships" id="258" r:id="R40200611a5e64603"/>
    <p:sldId xmlns:r="http://schemas.openxmlformats.org/officeDocument/2006/relationships" id="259" r:id="R0d70afaef04a4d73"/>
    <p:sldId xmlns:r="http://schemas.openxmlformats.org/officeDocument/2006/relationships" id="260" r:id="R49d3ad9b5a684fbe"/>
    <p:sldId xmlns:r="http://schemas.openxmlformats.org/officeDocument/2006/relationships" id="261" r:id="R01ac617c0d764f1a"/>
    <p:sldId xmlns:r="http://schemas.openxmlformats.org/officeDocument/2006/relationships" id="262" r:id="R492ce0e94c004030"/>
    <p:sldId xmlns:r="http://schemas.openxmlformats.org/officeDocument/2006/relationships" id="263" r:id="R37245975e6394eaa"/>
    <p:sldId xmlns:r="http://schemas.openxmlformats.org/officeDocument/2006/relationships" id="264" r:id="R617cf4b5ddee4fbe"/>
    <p:sldId xmlns:r="http://schemas.openxmlformats.org/officeDocument/2006/relationships" id="265" r:id="Rb441f279c6fb46a3"/>
    <p:sldId xmlns:r="http://schemas.openxmlformats.org/officeDocument/2006/relationships" id="266" r:id="R6e56bd7ac4e2483b"/>
    <p:sldId xmlns:r="http://schemas.openxmlformats.org/officeDocument/2006/relationships" id="267" r:id="Rb82b12920eeb4670"/>
    <p:sldId xmlns:r="http://schemas.openxmlformats.org/officeDocument/2006/relationships" id="268" r:id="R3263e4d0cec74d22"/>
    <p:sldId xmlns:r="http://schemas.openxmlformats.org/officeDocument/2006/relationships" id="269" r:id="R1f18f514b0714567"/>
    <p:sldId xmlns:r="http://schemas.openxmlformats.org/officeDocument/2006/relationships" id="270" r:id="R537983e4130d4482"/>
    <p:sldId xmlns:r="http://schemas.openxmlformats.org/officeDocument/2006/relationships" id="271" r:id="Ra9886f69aa7840bd"/>
    <p:sldId xmlns:r="http://schemas.openxmlformats.org/officeDocument/2006/relationships" id="272" r:id="R06881b6e29c14d14"/>
    <p:sldId xmlns:r="http://schemas.openxmlformats.org/officeDocument/2006/relationships" id="273" r:id="R2aaae5bf47414ddf"/>
    <p:sldId xmlns:r="http://schemas.openxmlformats.org/officeDocument/2006/relationships" id="274" r:id="Rbb2939481341480e"/>
    <p:sldId xmlns:r="http://schemas.openxmlformats.org/officeDocument/2006/relationships" id="275" r:id="Rc796ab4976b745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6739b3d92a463c" /><Relationship Type="http://schemas.openxmlformats.org/officeDocument/2006/relationships/slideMaster" Target="/ppt/slideMasters/slideMaster1.xml" Id="R32eee101d8894cdc" /><Relationship Type="http://schemas.openxmlformats.org/officeDocument/2006/relationships/notesMaster" Target="/ppt/notesMasters/notesMaster1.xml" Id="Rd99a0d839e9c4e0b" /><Relationship Type="http://schemas.openxmlformats.org/officeDocument/2006/relationships/presProps" Target="/ppt/presProps.xml" Id="Rc637c98101434917" /><Relationship Type="http://schemas.openxmlformats.org/officeDocument/2006/relationships/tableStyles" Target="/ppt/tableStyles.xml" Id="R2d00fb3bbfc946f2" /><Relationship Type="http://schemas.openxmlformats.org/officeDocument/2006/relationships/slide" Target="/ppt/slides/slide1.xml" Id="Re7e0e236e36848b7" /><Relationship Type="http://schemas.openxmlformats.org/officeDocument/2006/relationships/slide" Target="/ppt/slides/slide2.xml" Id="R61c12cdefbb44a77" /><Relationship Type="http://schemas.openxmlformats.org/officeDocument/2006/relationships/slide" Target="/ppt/slides/slide3.xml" Id="R40200611a5e64603" /><Relationship Type="http://schemas.openxmlformats.org/officeDocument/2006/relationships/slide" Target="/ppt/slides/slide4.xml" Id="R0d70afaef04a4d73" /><Relationship Type="http://schemas.openxmlformats.org/officeDocument/2006/relationships/slide" Target="/ppt/slides/slide5.xml" Id="R49d3ad9b5a684fbe" /><Relationship Type="http://schemas.openxmlformats.org/officeDocument/2006/relationships/slide" Target="/ppt/slides/slide6.xml" Id="R01ac617c0d764f1a" /><Relationship Type="http://schemas.openxmlformats.org/officeDocument/2006/relationships/slide" Target="/ppt/slides/slide7.xml" Id="R492ce0e94c004030" /><Relationship Type="http://schemas.openxmlformats.org/officeDocument/2006/relationships/slide" Target="/ppt/slides/slide8.xml" Id="R37245975e6394eaa" /><Relationship Type="http://schemas.openxmlformats.org/officeDocument/2006/relationships/slide" Target="/ppt/slides/slide9.xml" Id="R617cf4b5ddee4fbe" /><Relationship Type="http://schemas.openxmlformats.org/officeDocument/2006/relationships/slide" Target="/ppt/slides/slide10.xml" Id="Rb441f279c6fb46a3" /><Relationship Type="http://schemas.openxmlformats.org/officeDocument/2006/relationships/slide" Target="/ppt/slides/slide11.xml" Id="R6e56bd7ac4e2483b" /><Relationship Type="http://schemas.openxmlformats.org/officeDocument/2006/relationships/slide" Target="/ppt/slides/slide12.xml" Id="Rb82b12920eeb4670" /><Relationship Type="http://schemas.openxmlformats.org/officeDocument/2006/relationships/slide" Target="/ppt/slides/slide13.xml" Id="R3263e4d0cec74d22" /><Relationship Type="http://schemas.openxmlformats.org/officeDocument/2006/relationships/slide" Target="/ppt/slides/slide14.xml" Id="R1f18f514b0714567" /><Relationship Type="http://schemas.openxmlformats.org/officeDocument/2006/relationships/slide" Target="/ppt/slides/slide15.xml" Id="R537983e4130d4482" /><Relationship Type="http://schemas.openxmlformats.org/officeDocument/2006/relationships/slide" Target="/ppt/slides/slide16.xml" Id="Ra9886f69aa7840bd" /><Relationship Type="http://schemas.openxmlformats.org/officeDocument/2006/relationships/slide" Target="/ppt/slides/slide17.xml" Id="R06881b6e29c14d14" /><Relationship Type="http://schemas.openxmlformats.org/officeDocument/2006/relationships/slide" Target="/ppt/slides/slide18.xml" Id="R2aaae5bf47414ddf" /><Relationship Type="http://schemas.openxmlformats.org/officeDocument/2006/relationships/slide" Target="/ppt/slides/slide19.xml" Id="Rbb2939481341480e" /><Relationship Type="http://schemas.openxmlformats.org/officeDocument/2006/relationships/slide" Target="/ppt/slides/slide20.xml" Id="Rc796ab4976b7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9f596985c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2e8ee64d4496d" /><Relationship Type="http://schemas.openxmlformats.org/officeDocument/2006/relationships/notesMaster" Target="/ppt/notesMasters/notesMaster1.xml" Id="R26709c095edd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4c5b9d5ec4b25" /><Relationship Type="http://schemas.openxmlformats.org/officeDocument/2006/relationships/notesMaster" Target="/ppt/notesMasters/notesMaster1.xml" Id="Ra5f2a07234b8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6ea198fba456b" /><Relationship Type="http://schemas.openxmlformats.org/officeDocument/2006/relationships/notesMaster" Target="/ppt/notesMasters/notesMaster1.xml" Id="Rb5c8d31316b248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15d2532f04468" /><Relationship Type="http://schemas.openxmlformats.org/officeDocument/2006/relationships/notesMaster" Target="/ppt/notesMasters/notesMaster1.xml" Id="Rd195555317404a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569944d1248c3" /><Relationship Type="http://schemas.openxmlformats.org/officeDocument/2006/relationships/notesMaster" Target="/ppt/notesMasters/notesMaster1.xml" Id="R2c82dcf6bdd6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c88116788a4d02" /><Relationship Type="http://schemas.openxmlformats.org/officeDocument/2006/relationships/notesMaster" Target="/ppt/notesMasters/notesMaster1.xml" Id="R5a8dd8676c254f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f6e63106df4692" /><Relationship Type="http://schemas.openxmlformats.org/officeDocument/2006/relationships/notesMaster" Target="/ppt/notesMasters/notesMaster1.xml" Id="R63b3d3b01e4041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610dc35bbd4ff4" /><Relationship Type="http://schemas.openxmlformats.org/officeDocument/2006/relationships/notesMaster" Target="/ppt/notesMasters/notesMaster1.xml" Id="R0d07517cbe72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c429c956434277" /><Relationship Type="http://schemas.openxmlformats.org/officeDocument/2006/relationships/notesMaster" Target="/ppt/notesMasters/notesMaster1.xml" Id="R21c2797678564d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4bc523db8749c9" /><Relationship Type="http://schemas.openxmlformats.org/officeDocument/2006/relationships/notesMaster" Target="/ppt/notesMasters/notesMaster1.xml" Id="R1ca295054cc44a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98eee796a64254" /><Relationship Type="http://schemas.openxmlformats.org/officeDocument/2006/relationships/notesMaster" Target="/ppt/notesMasters/notesMaster1.xml" Id="R6e5da37202554a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12c3c41280484e" /><Relationship Type="http://schemas.openxmlformats.org/officeDocument/2006/relationships/notesMaster" Target="/ppt/notesMasters/notesMaster1.xml" Id="R47831af21ce345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986ef424864c6b" /><Relationship Type="http://schemas.openxmlformats.org/officeDocument/2006/relationships/notesMaster" Target="/ppt/notesMasters/notesMaster1.xml" Id="R546632692384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3314b07b9f4190" /><Relationship Type="http://schemas.openxmlformats.org/officeDocument/2006/relationships/notesMaster" Target="/ppt/notesMasters/notesMaster1.xml" Id="R835de08e7b9744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23c2b0bdee4e31" /><Relationship Type="http://schemas.openxmlformats.org/officeDocument/2006/relationships/notesMaster" Target="/ppt/notesMasters/notesMaster1.xml" Id="R54584ce99f0b4e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09df40d7f3405d" /><Relationship Type="http://schemas.openxmlformats.org/officeDocument/2006/relationships/notesMaster" Target="/ppt/notesMasters/notesMaster1.xml" Id="Rfeab306fe2b948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0d99d829134d6a" /><Relationship Type="http://schemas.openxmlformats.org/officeDocument/2006/relationships/notesMaster" Target="/ppt/notesMasters/notesMaster1.xml" Id="R699a668d14ea4b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11a2e22fa44532" /><Relationship Type="http://schemas.openxmlformats.org/officeDocument/2006/relationships/notesMaster" Target="/ppt/notesMasters/notesMaster1.xml" Id="R51de55f5268840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77f93cc69445e6" /><Relationship Type="http://schemas.openxmlformats.org/officeDocument/2006/relationships/notesMaster" Target="/ppt/notesMasters/notesMaster1.xml" Id="R0f044361623243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0ff7f306504ac0" /><Relationship Type="http://schemas.openxmlformats.org/officeDocument/2006/relationships/notesMaster" Target="/ppt/notesMasters/notesMaster1.xml" Id="R6820481e0e4a49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系统的输入不是一张完整照片，而是连续线扫帧。软件自动确定一个材料段、拼成大图、对齐到设计空间，再按排版逐件给出检测证据。管理价值在于减少人工串联步骤，并让每个结论都能回看。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这组数据完整覆盖了项目主链路。左侧是6张连续帧，右侧是拼接、对准、裁切和检测后的全局结果。它同时包含人工制造的明显缺陷和自然出现的细小断线，适合做当前阶段回归样本。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3c5和520在与291相近的位置也出现类似断线。三个零件都被同一正式逻辑检出，说明新通道不是只对一个样本做特例。仍需强调，这只是功能覆盖证据，不是统计准确率。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cd874b0b040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cd59e6bff4bf4" /><Relationship Type="http://schemas.openxmlformats.org/officeDocument/2006/relationships/slideLayout" Target="/ppt/slideLayouts/slideLayout1.xml" Id="Re73aea16d0c0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aea16d0c0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7f7bcf6da49fa" /><Relationship Type="http://schemas.openxmlformats.org/officeDocument/2006/relationships/image" Target="/ppt/media/image.jpeg" Id="Rb69f548250094c83" /><Relationship Type="http://schemas.openxmlformats.org/officeDocument/2006/relationships/notesSlide" Target="/ppt/notesSlides/notesSlide1.xml" Id="R188657a07e4b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fc79a2ec4200" /><Relationship Type="http://schemas.openxmlformats.org/officeDocument/2006/relationships/image" Target="/ppt/media/image.png" Id="R7f4d072a40c54462" /><Relationship Type="http://schemas.openxmlformats.org/officeDocument/2006/relationships/image" Target="/ppt/media/image2.jpeg" Id="R5b8dac1646a94d70" /><Relationship Type="http://schemas.openxmlformats.org/officeDocument/2006/relationships/notesSlide" Target="/ppt/notesSlides/notesSlide2.xml" Id="Rd9ac100ce2ec48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4d9700b704b34" /><Relationship Type="http://schemas.openxmlformats.org/officeDocument/2006/relationships/image" Target="/ppt/media/image3.jpeg" Id="R39e3412827024c04" /><Relationship Type="http://schemas.openxmlformats.org/officeDocument/2006/relationships/notesSlide" Target="/ppt/notesSlides/notesSlide3.xml" Id="Rb6e1de0f764a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a3378afd04262" /><Relationship Type="http://schemas.openxmlformats.org/officeDocument/2006/relationships/notesSlide" Target="/ppt/notesSlides/notesSlide4.xml" Id="R562f1522d9a141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1f7af5dfa4b06" /><Relationship Type="http://schemas.openxmlformats.org/officeDocument/2006/relationships/notesSlide" Target="/ppt/notesSlides/notesSlide5.xml" Id="Re4708005fe06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bfae2ca784ce4" /><Relationship Type="http://schemas.openxmlformats.org/officeDocument/2006/relationships/notesSlide" Target="/ppt/notesSlides/notesSlide6.xml" Id="R7e852503ddf642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d63b13dc444df" /><Relationship Type="http://schemas.openxmlformats.org/officeDocument/2006/relationships/image" Target="/ppt/media/image4.jpeg" Id="R902ef4e86f1b4432" /><Relationship Type="http://schemas.openxmlformats.org/officeDocument/2006/relationships/notesSlide" Target="/ppt/notesSlides/notesSlide7.xml" Id="R537d3150fc114c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c2a0f28a1427f" /><Relationship Type="http://schemas.openxmlformats.org/officeDocument/2006/relationships/image" Target="/ppt/media/image5.jpeg" Id="Red28acd0ac3845b4" /><Relationship Type="http://schemas.openxmlformats.org/officeDocument/2006/relationships/notesSlide" Target="/ppt/notesSlides/notesSlide8.xml" Id="R717db5ecc8054a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8a28222314c4d" /><Relationship Type="http://schemas.openxmlformats.org/officeDocument/2006/relationships/image" Target="/ppt/media/image6.jpeg" Id="R7f8c1081ac5f40c4" /><Relationship Type="http://schemas.openxmlformats.org/officeDocument/2006/relationships/notesSlide" Target="/ppt/notesSlides/notesSlide9.xml" Id="Re4795312777e41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8b3e5be50487c" /><Relationship Type="http://schemas.openxmlformats.org/officeDocument/2006/relationships/image" Target="/ppt/media/image7.jpeg" Id="R97232de853cd4ecb" /><Relationship Type="http://schemas.openxmlformats.org/officeDocument/2006/relationships/image" Target="/ppt/media/image8.jpeg" Id="R18a5656c23654a91" /><Relationship Type="http://schemas.openxmlformats.org/officeDocument/2006/relationships/notesSlide" Target="/ppt/notesSlides/notesSlide10.xml" Id="Re5b46d73ab154c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24e8ff4a5453e" /><Relationship Type="http://schemas.openxmlformats.org/officeDocument/2006/relationships/image" Target="/ppt/media/image9.jpeg" Id="R287f6a6eb263450d" /><Relationship Type="http://schemas.openxmlformats.org/officeDocument/2006/relationships/notesSlide" Target="/ppt/notesSlides/notesSlide11.xml" Id="R29a87cd9709b47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4d286c0884cfe" /><Relationship Type="http://schemas.openxmlformats.org/officeDocument/2006/relationships/image" Target="/ppt/media/image3.jpeg" Id="R626528d861414873" /><Relationship Type="http://schemas.openxmlformats.org/officeDocument/2006/relationships/notesSlide" Target="/ppt/notesSlides/notesSlide12.xml" Id="Rd8fb305e484b4d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2f5ce43c246a7" /><Relationship Type="http://schemas.openxmlformats.org/officeDocument/2006/relationships/image" Target="/ppt/media/image7.jpeg" Id="R2b8dbab3e81f491d" /><Relationship Type="http://schemas.openxmlformats.org/officeDocument/2006/relationships/image" Target="/ppt/media/image8.jpeg" Id="R1da163b513f14aca" /><Relationship Type="http://schemas.openxmlformats.org/officeDocument/2006/relationships/notesSlide" Target="/ppt/notesSlides/notesSlide13.xml" Id="Rd7b536136f1246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1f661821246bb" /><Relationship Type="http://schemas.openxmlformats.org/officeDocument/2006/relationships/image" Target="/ppt/media/image.png" Id="R05072a35d1e448c6" /><Relationship Type="http://schemas.openxmlformats.org/officeDocument/2006/relationships/image" Target="/ppt/media/image2.jpeg" Id="R289826477b884540" /><Relationship Type="http://schemas.openxmlformats.org/officeDocument/2006/relationships/notesSlide" Target="/ppt/notesSlides/notesSlide14.xml" Id="R78e9f73886dc4a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3b6e1e344952" /><Relationship Type="http://schemas.openxmlformats.org/officeDocument/2006/relationships/image" Target="/ppt/media/image7.jpeg" Id="R5afa9992d6604585" /><Relationship Type="http://schemas.openxmlformats.org/officeDocument/2006/relationships/image" Target="/ppt/media/image8.jpeg" Id="R772e0cd894c8490f" /><Relationship Type="http://schemas.openxmlformats.org/officeDocument/2006/relationships/notesSlide" Target="/ppt/notesSlides/notesSlide15.xml" Id="R4452dae367fd40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5a584c31a424a" /><Relationship Type="http://schemas.openxmlformats.org/officeDocument/2006/relationships/image" Target="/ppt/media/image7.jpeg" Id="R2ab68d195fa540c6" /><Relationship Type="http://schemas.openxmlformats.org/officeDocument/2006/relationships/image" Target="/ppt/media/image8.jpeg" Id="Receaf6dcdffc44eb" /><Relationship Type="http://schemas.openxmlformats.org/officeDocument/2006/relationships/notesSlide" Target="/ppt/notesSlides/notesSlide16.xml" Id="R3ee88ac9d1ea49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424cc8974fd8" /><Relationship Type="http://schemas.openxmlformats.org/officeDocument/2006/relationships/notesSlide" Target="/ppt/notesSlides/notesSlide17.xml" Id="Rb75ccdfa3adc42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ac8710054e17" /><Relationship Type="http://schemas.openxmlformats.org/officeDocument/2006/relationships/notesSlide" Target="/ppt/notesSlides/notesSlide18.xml" Id="R076144b7467048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2777e84b54029" /><Relationship Type="http://schemas.openxmlformats.org/officeDocument/2006/relationships/notesSlide" Target="/ppt/notesSlides/notesSlide19.xml" Id="Ra053d131518745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5c92b9fd141f1" /><Relationship Type="http://schemas.openxmlformats.org/officeDocument/2006/relationships/notesSlide" Target="/ppt/notesSlides/notesSlide20.xml" Id="Rc1e60cc1076443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f548250094c83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4000500"/>
            <a:ext cx="12192000" cy="28575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62725"/>
            <a:ext cx="1203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 · 管理层版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C256-7C3E-4D1A-95F9-899E64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真实数据：moreMarks\6 · 当前版本：2026-07-20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2026-07-20</a:t>
            </a: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d072a40c544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dac1646a94d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3412827024c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6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2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335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910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06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ef4e86f1b4432"/>
          <a:srcRect xmlns:a="http://schemas.openxmlformats.org/drawingml/2006/main" l="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38550" y="1428750"/>
            <a:ext cx="4762500" cy="2952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7753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8acd0ac3845b4"/>
          <a:stretch xmlns:a="http://schemas.openxmlformats.org/drawingml/2006/main"/>
        </p:blipFill>
        <p:spPr>
          <a:xfrm xmlns:a="http://schemas.openxmlformats.org/drawingml/2006/main">
            <a:off x="1613365" y="1428750"/>
            <a:ext cx="254542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667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686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876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866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33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1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863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10200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c1081ac5f40c4"/>
          <a:stretch xmlns:a="http://schemas.openxmlformats.org/drawingml/2006/main"/>
        </p:blipFill>
        <p:spPr>
          <a:xfrm xmlns:a="http://schemas.openxmlformats.org/drawingml/2006/main">
            <a:off x="1383990" y="1428750"/>
            <a:ext cx="309942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52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99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624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724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32de853cd4e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5656c23654a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6a6eb263450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056139"/>
            <a:ext cx="6286500" cy="2117071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52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81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5262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19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67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419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600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528d8614148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dbab3e81f49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163b513f14a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moreMarks\6：用真实连续帧验证完整链路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来源：E:\南京爱速智\CIS\moreMarks\6 与 20260720_102208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72a35d1e448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6 张 CIS 连续帧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完整处理链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826477b8845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全局结果图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 张全局结果、9 个零件结果，以及逐件 TIFF / CIS / Alpha / 差分证据。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a9992d6604585"/>
          <a:srcRect xmlns:a="http://schemas.openxmlformats.org/drawingml/2006/main" l="92500" t="43000" r="500" b="4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e0cd894c8490f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相近位置断裂，在多个零件中一致检出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3c5cf1e3... 与 52097092...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68d195fa540c6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3c5 零件右侧断裂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af6dcdffc44eb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520 零件右侧断裂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 个零件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含前页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右侧中部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轮廓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相同类型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细线连续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均进入细线通道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紫色框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一致性观察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291、3c5、520 在相近位置出现类似断线，正式检测结果均给出细线断裂框。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业务意义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跨零件重复出现的同类缺口，比单个孤立像素更值得质量人员重点复核。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当前结论只证明这些样例被覆盖，不等同于整体准确率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38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828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81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3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1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41A2A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solidFill>
              <a:srgbClr val="7B6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C63ACD"/>
          </a:solidFill>
          <a:ln xmlns:a="http://schemas.openxmlformats.org/drawingml/2006/main" w="0">
            <a:solidFill>
              <a:srgbClr val="C63A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099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242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712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2194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23431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201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25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62625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2026-07-20T03:48:25.3740000Z</dcterms:created>
  <dcterms:modified xsi:type="dcterms:W3CDTF">2026-07-20T03:48:25.3740000Z</dcterms:modified>
</coreProperties>
</file>